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text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one</a:t>
            </a:r>
          </a:p>
          <a:p>
            <a:r>
              <a:t>Bullet point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Presentation</dc:title>
  <dc:subject/>
  <dc:creator>Test Author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